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0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194560"/>
            <a:ext cx="12161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0" b="1" spc="30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AUGE</a:t>
            </a:r>
            <a:endParaRPr lang="en-US" sz="13000" dirty="0"/>
          </a:p>
        </p:txBody>
      </p:sp>
      <p:sp>
        <p:nvSpPr>
          <p:cNvPr id="3" name="Text 1"/>
          <p:cNvSpPr/>
          <p:nvPr/>
        </p:nvSpPr>
        <p:spPr>
          <a:xfrm>
            <a:off x="0" y="402336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spc="1200" kern="0" dirty="0">
                <a:solidFill>
                  <a:srgbClr val="00D4C8">
                    <a:alpha val="40000"/>
                  </a:srgbClr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ОКО ВИДИТ ВСЁ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0" y="4389120"/>
            <a:ext cx="1216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8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das auge sieht alles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709160" y="5120640"/>
            <a:ext cx="2743200" cy="0"/>
          </a:xfrm>
          <a:prstGeom prst="line">
            <a:avLst/>
          </a:prstGeom>
          <a:noFill/>
          <a:ln w="12700">
            <a:solidFill>
              <a:srgbClr val="6B00C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806440" y="49834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4A200"/>
                </a:solidFill>
              </a:rPr>
              <a:t>✦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0" y="6035040"/>
            <a:ext cx="1216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6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Status &amp; Pläne · 2026-04-27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0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8872" cy="11887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11676888" y="365760"/>
            <a:ext cx="118872" cy="118872"/>
          </a:xfrm>
          <a:prstGeom prst="ellipse">
            <a:avLst/>
          </a:prstGeom>
          <a:solidFill>
            <a:srgbClr val="D4A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  ·  WAS IST AUGE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Eine Notiz-Sammlung mit</a:t>
            </a:r>
            <a:endParaRPr lang="en-US" sz="4000" dirty="0"/>
          </a:p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eigener Optik.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3657600"/>
            <a:ext cx="3383280" cy="210312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3657600"/>
            <a:ext cx="3383280" cy="64008"/>
          </a:xfrm>
          <a:prstGeom prst="rect">
            <a:avLst/>
          </a:prstGeom>
          <a:solidFill>
            <a:srgbClr val="D4A2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STACK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914400" y="4434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 5 · TypeScript · Vanilla DOM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Kein Framework, kein CSS-Lib.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via rsync.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89120" y="3657600"/>
            <a:ext cx="3383280" cy="210312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3657600"/>
            <a:ext cx="3383280" cy="64008"/>
          </a:xfrm>
          <a:prstGeom prst="rect">
            <a:avLst/>
          </a:prstGeom>
          <a:solidFill>
            <a:srgbClr val="D4A200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PATTERN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663440" y="4434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Multi-Page-Setup. Jeder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Ordner unter pages/ ist eine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eigene Page.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3657600"/>
            <a:ext cx="3383280" cy="210312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3657600"/>
            <a:ext cx="3383280" cy="64008"/>
          </a:xfrm>
          <a:prstGeom prst="rect">
            <a:avLst/>
          </a:prstGeom>
          <a:solidFill>
            <a:srgbClr val="D4A200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39319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INHALT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4434840"/>
            <a:ext cx="2834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 kommen aus einem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Submodule (claude-learnings),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rendern beim Build zu Pages.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08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AUGE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0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8872" cy="11887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11676888" y="365760"/>
            <a:ext cx="118872" cy="118872"/>
          </a:xfrm>
          <a:prstGeom prst="ellipse">
            <a:avLst/>
          </a:prstGeom>
          <a:solidFill>
            <a:srgbClr val="D4A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ARCHITEKTUR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Drei Quellen, ein Inventar.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4008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LAYOUT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2697480"/>
            <a:ext cx="50292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index.html  main.ts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art-advanced/  ← page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├─ regex/  ← topic (gen)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claude-learnings/  ← submodule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topics/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└─ &lt;slug&gt;/.gitkeep  ← coming-soon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topics.config.json  (optional)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0" y="2377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DISCOVERY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0" y="2743200"/>
            <a:ext cx="4297680" cy="50292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78892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pages/claude-learnings/&lt;topic&gt;/README.md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400800" y="326440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kind: topic + render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00800" y="3611880"/>
            <a:ext cx="4297680" cy="50292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365760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topics/&lt;slug&gt;/.gitkeep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0" y="413308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kind: comingsoon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00800" y="4480560"/>
            <a:ext cx="4297680" cy="50292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4526280"/>
            <a:ext cx="4206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pages/&lt;slug&gt;/index.html (standalone)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400800" y="5001768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kind: page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400800" y="58064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scripts/discover.mjs  →  pages.json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08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65760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AUGE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0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8872" cy="11887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11676888" y="365760"/>
            <a:ext cx="118872" cy="118872"/>
          </a:xfrm>
          <a:prstGeom prst="ellipse">
            <a:avLst/>
          </a:prstGeom>
          <a:solidFill>
            <a:srgbClr val="D4A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DIESE SESSION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dicke Wins.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349240" cy="173736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68880"/>
            <a:ext cx="73152" cy="1737360"/>
          </a:xfrm>
          <a:prstGeom prst="rect">
            <a:avLst/>
          </a:prstGeom>
          <a:solidFill>
            <a:srgbClr val="D4A200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554480" y="25786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Performance + A11y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14400" y="30632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Inline-JS aus Home extrahiert.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 statt setInterval, ein Canvas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statt zwei, prefers-reduced-motion.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Custom-Cursor pointer-fine-gated.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Skip-Links + Focus-Styles.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2468880"/>
            <a:ext cx="5349240" cy="173736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2468880"/>
            <a:ext cx="73152" cy="1737360"/>
          </a:xfrm>
          <a:prstGeom prst="rect">
            <a:avLst/>
          </a:prstGeom>
          <a:solidFill>
            <a:srgbClr val="D4A200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260604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178040" y="257860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Submodule-Renderer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537960" y="306324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scripts/discover.mjs rendert die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 Submodule-Topics zu Pages.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Markdown via marked, eigene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Typografie für Code/Tables/etc.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480560"/>
            <a:ext cx="5349240" cy="173736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480560"/>
            <a:ext cx="73152" cy="1737360"/>
          </a:xfrm>
          <a:prstGeom prst="rect">
            <a:avLst/>
          </a:prstGeom>
          <a:solidFill>
            <a:srgbClr val="D4A200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1554480" y="45902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topics/-Split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50749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 leere Coming-Soon-Scaffolds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aus pages/ in topics/ verschoben.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pages/ ist jetzt schlank.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Marker = nur ein .gitkeep pro Slug.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4480560"/>
            <a:ext cx="5349240" cy="173736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263640" y="4480560"/>
            <a:ext cx="73152" cy="1737360"/>
          </a:xfrm>
          <a:prstGeom prst="rect">
            <a:avLst/>
          </a:prstGeom>
          <a:solidFill>
            <a:srgbClr val="D4A200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6177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4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178040" y="4590288"/>
            <a:ext cx="4251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Status + Kategorien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37960" y="5074920"/>
            <a:ext cx="4800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Cards bekommen Status-Badges.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Dynamische Kategorie-Gruppierung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sobald &gt;1 vorhanden.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topics.config.json als Override.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AUGE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0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8872" cy="11887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11676888" y="365760"/>
            <a:ext cx="118872" cy="118872"/>
          </a:xfrm>
          <a:prstGeom prst="ellipse">
            <a:avLst/>
          </a:prstGeom>
          <a:solidFill>
            <a:srgbClr val="D4A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PIPELINE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Vom README zur Page.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94360" y="2743200"/>
            <a:ext cx="2011680" cy="1463040"/>
          </a:xfrm>
          <a:prstGeom prst="rect">
            <a:avLst/>
          </a:prstGeom>
          <a:solidFill>
            <a:srgbClr val="0E0820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Submodule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pages/claude-learnings/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&lt;topic&gt;/README.md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06040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834640" y="2743200"/>
            <a:ext cx="2011680" cy="1463040"/>
          </a:xfrm>
          <a:prstGeom prst="rect">
            <a:avLst/>
          </a:prstGeom>
          <a:solidFill>
            <a:srgbClr val="0E0820"/>
          </a:solidFill>
          <a:ln w="12700">
            <a:solidFill>
              <a:srgbClr val="D4A2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7180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discover.mjs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97180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scant + lädt config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ruft marked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46320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074920" y="2743200"/>
            <a:ext cx="2011680" cy="1463040"/>
          </a:xfrm>
          <a:prstGeom prst="rect">
            <a:avLst/>
          </a:prstGeom>
          <a:solidFill>
            <a:srgbClr val="0E0820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21208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marked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21208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Markdown → HTML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(GFM, Tables, Code)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086600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7315200" y="2743200"/>
            <a:ext cx="2011680" cy="1463040"/>
          </a:xfrm>
          <a:prstGeom prst="rect">
            <a:avLst/>
          </a:prstGeom>
          <a:solidFill>
            <a:srgbClr val="0E0820"/>
          </a:solidFill>
          <a:ln w="12700">
            <a:solidFill>
              <a:srgbClr val="D4A2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5236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Template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45236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 + readme + level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sections + examples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9326880" y="329184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D4A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9555480" y="2743200"/>
            <a:ext cx="2011680" cy="1463040"/>
          </a:xfrm>
          <a:prstGeom prst="rect">
            <a:avLst/>
          </a:prstGeom>
          <a:solidFill>
            <a:srgbClr val="0E0820"/>
          </a:solidFill>
          <a:ln w="12700">
            <a:solidFill>
              <a:srgbClr val="00D4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92640" y="29260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Output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9692640" y="338328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pages/&lt;slug&gt;/index.html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C8C0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(gitignored)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640080" y="49377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Triggert via: </a:t>
            </a:r>
            <a:pPr algn="ctr" indent="0" marL="0">
              <a:buNone/>
            </a:pPr>
            <a:r>
              <a:rPr lang="en-US" sz="100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discover  ·  prebuild  ·  predev  ·  vite-Plugin bei .md-Change im Submodule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AUGE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0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8872" cy="11887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11676888" y="365760"/>
            <a:ext cx="118872" cy="118872"/>
          </a:xfrm>
          <a:prstGeom prst="ellipse">
            <a:avLst/>
          </a:prstGeom>
          <a:solidFill>
            <a:srgbClr val="D4A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STATUS QUO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aktuell läuft.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45820" y="2743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8800" dirty="0"/>
          </a:p>
        </p:txBody>
      </p:sp>
      <p:sp>
        <p:nvSpPr>
          <p:cNvPr id="7" name="Text 5"/>
          <p:cNvSpPr/>
          <p:nvPr/>
        </p:nvSpPr>
        <p:spPr>
          <a:xfrm>
            <a:off x="845820" y="4297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gesamt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543300" y="2743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00D4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8800" dirty="0"/>
          </a:p>
        </p:txBody>
      </p:sp>
      <p:sp>
        <p:nvSpPr>
          <p:cNvPr id="9" name="Text 7"/>
          <p:cNvSpPr/>
          <p:nvPr/>
        </p:nvSpPr>
        <p:spPr>
          <a:xfrm>
            <a:off x="3543300" y="4297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topic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(submodule)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240780" y="2743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D4A2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8800" dirty="0"/>
          </a:p>
        </p:txBody>
      </p:sp>
      <p:sp>
        <p:nvSpPr>
          <p:cNvPr id="11" name="Text 9"/>
          <p:cNvSpPr/>
          <p:nvPr/>
        </p:nvSpPr>
        <p:spPr>
          <a:xfrm>
            <a:off x="6240780" y="4297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page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(standalone)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938260" y="2743200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0" b="1" dirty="0">
                <a:solidFill>
                  <a:srgbClr val="7B75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</a:t>
            </a:r>
            <a:endParaRPr lang="en-US" sz="8800" dirty="0"/>
          </a:p>
        </p:txBody>
      </p:sp>
      <p:sp>
        <p:nvSpPr>
          <p:cNvPr id="13" name="Text 11"/>
          <p:cNvSpPr/>
          <p:nvPr/>
        </p:nvSpPr>
        <p:spPr>
          <a:xfrm>
            <a:off x="8938260" y="42976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coming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0080" y="52120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B75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 Kategorie (misc) — sobald topics.config.json kommt, gruppiert die Home dynamisch.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08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0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8872" cy="11887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11676888" y="365760"/>
            <a:ext cx="118872" cy="118872"/>
          </a:xfrm>
          <a:prstGeom prst="ellipse">
            <a:avLst/>
          </a:prstGeom>
          <a:solidFill>
            <a:srgbClr val="D4A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PLÄNE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Was als nächstes ansteht.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423160"/>
            <a:ext cx="10881360" cy="86868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423160"/>
            <a:ext cx="1188720" cy="868680"/>
          </a:xfrm>
          <a:prstGeom prst="rect">
            <a:avLst/>
          </a:prstGeom>
          <a:solidFill>
            <a:srgbClr val="3A007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42316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253288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topics.config.json schreiben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011680" y="283464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Echte Kategorien + Status pro Slug. Schema steht in docs/topics-config-schema.md.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Sobald die Datei da ist: npm run discover, Home gruppiert automatisch.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74720"/>
            <a:ext cx="10881360" cy="86868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0080" y="3474720"/>
            <a:ext cx="1188720" cy="868680"/>
          </a:xfrm>
          <a:prstGeom prst="rect">
            <a:avLst/>
          </a:prstGeom>
          <a:solidFill>
            <a:srgbClr val="3A0070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47472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EXTERN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011680" y="358444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art-advanced unifizieren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388620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Zwei Varianten parallel (top-level &amp; submodule). Handoff-Brief liegt in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docs/todos/art-advanced-unification.md — gehört zum claude-learnings-Maintainer.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526280"/>
            <a:ext cx="10881360" cy="86868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40080" y="4526280"/>
            <a:ext cx="1188720" cy="868680"/>
          </a:xfrm>
          <a:prstGeom prst="rect">
            <a:avLst/>
          </a:prstGeom>
          <a:solidFill>
            <a:srgbClr val="3A0070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452628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CLEANUP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011680" y="463600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Stale Top-Level-Duplikate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2011680" y="493776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pages/regex/, pages/latex/, … haben Pre-Submodule-Content. Liegen aktuell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dumm rum. Löschung wartet auf explizite Freigabe.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5577840"/>
            <a:ext cx="10881360" cy="868680"/>
          </a:xfrm>
          <a:prstGeom prst="rect">
            <a:avLst/>
          </a:prstGeom>
          <a:solidFill>
            <a:srgbClr val="0E0820"/>
          </a:solidFill>
          <a:ln w="12700">
            <a:solidFill>
              <a:srgbClr val="3A007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40080" y="5577840"/>
            <a:ext cx="1188720" cy="868680"/>
          </a:xfrm>
          <a:prstGeom prst="rect">
            <a:avLst/>
          </a:prstGeom>
          <a:solidFill>
            <a:srgbClr val="3A0070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577840"/>
            <a:ext cx="1188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KLEINKRAM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011680" y="5687568"/>
            <a:ext cx="9418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Deploy + public/ aufräumen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011680" y="5989320"/>
            <a:ext cx="9418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vite.config schreibt nach ../public_html, npm deploy macht rsync aus dist/.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public/ ist konfiguriert aber leer. Eines davon braucht einen Touch.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08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AUGE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00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65760"/>
            <a:ext cx="118872" cy="118872"/>
          </a:xfrm>
          <a:prstGeom prst="ellipse">
            <a:avLst/>
          </a:prstGeom>
          <a:solidFill>
            <a:srgbClr val="00D4C8"/>
          </a:solidFill>
          <a:ln/>
        </p:spPr>
      </p:sp>
      <p:sp>
        <p:nvSpPr>
          <p:cNvPr id="3" name="Shape 1"/>
          <p:cNvSpPr/>
          <p:nvPr/>
        </p:nvSpPr>
        <p:spPr>
          <a:xfrm>
            <a:off x="11676888" y="365760"/>
            <a:ext cx="118872" cy="118872"/>
          </a:xfrm>
          <a:prstGeom prst="ellipse">
            <a:avLst/>
          </a:prstGeom>
          <a:solidFill>
            <a:srgbClr val="D4A20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QUICK REFERENCE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881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Wo was lebt.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2468880"/>
            <a:ext cx="5349240" cy="3657600"/>
          </a:xfrm>
          <a:prstGeom prst="rect">
            <a:avLst/>
          </a:prstGeom>
          <a:solidFill>
            <a:srgbClr val="0E0820"/>
          </a:solidFill>
          <a:ln w="12700">
            <a:solidFill>
              <a:srgbClr val="00807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697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310896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discover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scant submodule + topics/, schreibt pages.json + topic-HTMLs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dev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Vite-Server + Auto-Reload bei MD-Änderung im Submodule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build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tsc --noEmit + vite build → ../public_html/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run deploy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+ rsync auf claude-user (siehe Pläne — Inkonsistenz).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55080" y="2468880"/>
            <a:ext cx="5349240" cy="3657600"/>
          </a:xfrm>
          <a:prstGeom prst="rect">
            <a:avLst/>
          </a:prstGeom>
          <a:solidFill>
            <a:srgbClr val="0E0820"/>
          </a:solidFill>
          <a:ln w="12700">
            <a:solidFill>
              <a:srgbClr val="00807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29400" y="2697480"/>
            <a:ext cx="4800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800" kern="0" dirty="0">
                <a:solidFill>
                  <a:srgbClr val="00D4C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629400" y="3108960"/>
            <a:ext cx="48006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CLAUDE.md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Stack, Layout, Konventionen, Status quo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docs/architecture.md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Patterns: Cursor, Backdrop, Build-Pipeline, Topic-Generator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docs/pending.md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Erledigt + offen + Aufräum-Kandidaten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docs/topics-config-schema.md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Erwartetes Format der topics.config.json</a:t>
            </a:r>
            <a:endParaRPr lang="en-US" sz="12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4A2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docs/todos/art-advanced-unification.md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C8C0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Handoff-Brief für den Submodule-Maintainer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98480" y="63550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08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" y="63550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600" kern="0" dirty="0">
                <a:solidFill>
                  <a:srgbClr val="7B759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AUGE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auge — Status &amp; Pläne</dc:title>
  <dc:subject>PptxGenJS Presentation</dc:subject>
  <dc:creator>Claude</dc:creator>
  <cp:lastModifiedBy>Claude</cp:lastModifiedBy>
  <cp:revision>1</cp:revision>
  <dcterms:created xsi:type="dcterms:W3CDTF">2026-04-27T18:59:35Z</dcterms:created>
  <dcterms:modified xsi:type="dcterms:W3CDTF">2026-04-27T18:59:35Z</dcterms:modified>
</cp:coreProperties>
</file>